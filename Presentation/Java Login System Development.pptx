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A3C58-5AC4-4A83-899F-D443768F756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65467-5465-490D-911A-F27DD90DE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013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65467-5465-490D-911A-F27DD90DE9F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81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33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44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74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19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38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9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92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97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13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709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3997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34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4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006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24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6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9BD6F-AA19-4793-A6E5-0F3A94DB318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0A1DD-D582-449E-A96A-CC27A46481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413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55C4-7B06-CB6A-7CD8-3F5744870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8436" y="1041400"/>
            <a:ext cx="10168092" cy="238760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Java Login System Development</a:t>
            </a:r>
            <a:br>
              <a:rPr lang="en-IN" b="1" dirty="0">
                <a:solidFill>
                  <a:schemeClr val="bg1"/>
                </a:solidFill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06FC6C-0AB5-5C57-BBF3-E7DC33666D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230112" y="5265681"/>
            <a:ext cx="59618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cap="none" dirty="0">
                <a:solidFill>
                  <a:schemeClr val="tx1"/>
                </a:solidFill>
                <a:latin typeface="Arial" panose="020B0604020202020204" pitchFamily="34" charset="0"/>
              </a:rPr>
              <a:t>SUBHASH KANITHI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Company: SNSINFOTECH Innovations Pvt Ltd </a:t>
            </a:r>
          </a:p>
        </p:txBody>
      </p:sp>
    </p:spTree>
    <p:extLst>
      <p:ext uri="{BB962C8B-B14F-4D97-AF65-F5344CB8AC3E}">
        <p14:creationId xmlns:p14="http://schemas.microsoft.com/office/powerpoint/2010/main" val="220215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73AEAA-9119-0EAD-EC17-7DC49E02091C}"/>
              </a:ext>
            </a:extLst>
          </p:cNvPr>
          <p:cNvSpPr txBox="1"/>
          <p:nvPr/>
        </p:nvSpPr>
        <p:spPr>
          <a:xfrm>
            <a:off x="830826" y="1238865"/>
            <a:ext cx="1053034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6000" b="1" dirty="0"/>
              <a:t>Introduction to Login System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Objective:</a:t>
            </a:r>
            <a:r>
              <a:rPr lang="en-US" sz="3200" dirty="0"/>
              <a:t> To design and develop a visually appealing and functional login page using Java.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Core Functionality:</a:t>
            </a:r>
            <a:endParaRPr lang="en-US" sz="32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Secure user authentication against a backend database.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Real-time validation and feedback (Success/Error messages).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dirty="0"/>
              <a:t>Clean and professional UI/UX design.</a:t>
            </a:r>
          </a:p>
        </p:txBody>
      </p:sp>
    </p:spTree>
    <p:extLst>
      <p:ext uri="{BB962C8B-B14F-4D97-AF65-F5344CB8AC3E}">
        <p14:creationId xmlns:p14="http://schemas.microsoft.com/office/powerpoint/2010/main" val="166838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52F4E3-8E18-8FD6-3FA7-287E5B13B3FA}"/>
              </a:ext>
            </a:extLst>
          </p:cNvPr>
          <p:cNvSpPr txBox="1"/>
          <p:nvPr/>
        </p:nvSpPr>
        <p:spPr>
          <a:xfrm>
            <a:off x="1052052" y="951398"/>
            <a:ext cx="10176387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6000" b="1" dirty="0"/>
              <a:t>Tools &amp; Technologies Used</a:t>
            </a:r>
          </a:p>
          <a:p>
            <a:pPr algn="just">
              <a:buNone/>
            </a:pPr>
            <a:r>
              <a:rPr lang="en-IN" sz="3200" dirty="0"/>
              <a:t>To meet the project requirements, the following stack was utilized: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/>
              <a:t>Frontend:</a:t>
            </a:r>
            <a:r>
              <a:rPr lang="en-IN" sz="3200" dirty="0"/>
              <a:t> HTML5, CSS3 (for styling and alignment), and JavaScript (Optional toggle feature).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/>
              <a:t>Backend:</a:t>
            </a:r>
            <a:r>
              <a:rPr lang="en-IN" sz="3200" dirty="0"/>
              <a:t> Java Development Kit (JDK).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/>
              <a:t>Server:</a:t>
            </a:r>
            <a:r>
              <a:rPr lang="en-IN" sz="3200" dirty="0"/>
              <a:t> Apache Tomcat.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/>
              <a:t>Database:</a:t>
            </a:r>
            <a:r>
              <a:rPr lang="en-IN" sz="3200" dirty="0"/>
              <a:t> MySQL (for storing user credentials).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b="1" dirty="0"/>
              <a:t>Connectivity:</a:t>
            </a:r>
            <a:r>
              <a:rPr lang="en-IN" sz="3200" dirty="0"/>
              <a:t> JDBC (Java Database Connectivity).</a:t>
            </a:r>
          </a:p>
        </p:txBody>
      </p:sp>
    </p:spTree>
    <p:extLst>
      <p:ext uri="{BB962C8B-B14F-4D97-AF65-F5344CB8AC3E}">
        <p14:creationId xmlns:p14="http://schemas.microsoft.com/office/powerpoint/2010/main" val="1736824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56177-D353-CC5F-BCBE-65234643F0DE}"/>
              </a:ext>
            </a:extLst>
          </p:cNvPr>
          <p:cNvSpPr txBox="1"/>
          <p:nvPr/>
        </p:nvSpPr>
        <p:spPr>
          <a:xfrm>
            <a:off x="825910" y="705177"/>
            <a:ext cx="1054018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6000" b="1" dirty="0"/>
              <a:t>Application Flow Diagram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Process Step-by-Step: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/>
              <a:t>User Input:</a:t>
            </a:r>
            <a:r>
              <a:rPr lang="en-US" sz="3200" dirty="0"/>
              <a:t> User enters </a:t>
            </a:r>
            <a:r>
              <a:rPr lang="en-US" sz="3200" dirty="0" err="1"/>
              <a:t>UserID</a:t>
            </a:r>
            <a:r>
              <a:rPr lang="en-US" sz="3200" dirty="0"/>
              <a:t>/Email and Password into the frontend.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/>
              <a:t>Java Processing:</a:t>
            </a:r>
            <a:r>
              <a:rPr lang="en-US" sz="3200" dirty="0"/>
              <a:t> The backend captures input and initiates a database connection.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/>
              <a:t>Database Check:</a:t>
            </a:r>
            <a:r>
              <a:rPr lang="en-US" sz="3200" dirty="0"/>
              <a:t> A SQL query verifies if the credentials exist in the </a:t>
            </a:r>
            <a:r>
              <a:rPr lang="en-US" sz="3200" dirty="0">
                <a:latin typeface="Courier New" panose="02070309020205020404" pitchFamily="49" charset="0"/>
              </a:rPr>
              <a:t>Users</a:t>
            </a:r>
            <a:r>
              <a:rPr lang="en-US" sz="3200" dirty="0"/>
              <a:t> table.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3200" b="1" dirty="0"/>
              <a:t>Response:</a:t>
            </a:r>
            <a:r>
              <a:rPr lang="en-US" sz="3200" dirty="0"/>
              <a:t> The system returns a success redirect or an error message based on the match.</a:t>
            </a:r>
          </a:p>
        </p:txBody>
      </p:sp>
    </p:spTree>
    <p:extLst>
      <p:ext uri="{BB962C8B-B14F-4D97-AF65-F5344CB8AC3E}">
        <p14:creationId xmlns:p14="http://schemas.microsoft.com/office/powerpoint/2010/main" val="410204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217881D-90AF-B365-90E4-DE8AA1A47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8120000"/>
              </p:ext>
            </p:extLst>
          </p:nvPr>
        </p:nvGraphicFramePr>
        <p:xfrm>
          <a:off x="989371" y="3964336"/>
          <a:ext cx="10213257" cy="1463040"/>
        </p:xfrm>
        <a:graphic>
          <a:graphicData uri="http://schemas.openxmlformats.org/drawingml/2006/table">
            <a:tbl>
              <a:tblPr/>
              <a:tblGrid>
                <a:gridCol w="3404419">
                  <a:extLst>
                    <a:ext uri="{9D8B030D-6E8A-4147-A177-3AD203B41FA5}">
                      <a16:colId xmlns:a16="http://schemas.microsoft.com/office/drawing/2014/main" val="1881393124"/>
                    </a:ext>
                  </a:extLst>
                </a:gridCol>
                <a:gridCol w="3404419">
                  <a:extLst>
                    <a:ext uri="{9D8B030D-6E8A-4147-A177-3AD203B41FA5}">
                      <a16:colId xmlns:a16="http://schemas.microsoft.com/office/drawing/2014/main" val="4152463921"/>
                    </a:ext>
                  </a:extLst>
                </a:gridCol>
                <a:gridCol w="3404419">
                  <a:extLst>
                    <a:ext uri="{9D8B030D-6E8A-4147-A177-3AD203B41FA5}">
                      <a16:colId xmlns:a16="http://schemas.microsoft.com/office/drawing/2014/main" val="19557335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Field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Type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Description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304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id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INT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Primary Key (Auto-increment)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00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userId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VARCHAR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Unique Identifier / Email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667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password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VARCHAR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Encrypted or Plaintext password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882350"/>
                  </a:ext>
                </a:extLst>
              </a:tr>
            </a:tbl>
          </a:graphicData>
        </a:graphic>
      </p:graphicFrame>
      <p:sp>
        <p:nvSpPr>
          <p:cNvPr id="15" name="Rectangle 12">
            <a:extLst>
              <a:ext uri="{FF2B5EF4-FFF2-40B4-BE49-F238E27FC236}">
                <a16:creationId xmlns:a16="http://schemas.microsoft.com/office/drawing/2014/main" id="{09964D0B-D57D-103B-C14A-62B72036B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7" y="794237"/>
            <a:ext cx="1110958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6000" dirty="0"/>
              <a:t>Database Structure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backend relies on a structured MySQL table to manage authentication: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Database Name: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Logindb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Schema: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19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30EA38-9131-F612-7E09-44A66ECD994D}"/>
              </a:ext>
            </a:extLst>
          </p:cNvPr>
          <p:cNvSpPr txBox="1"/>
          <p:nvPr/>
        </p:nvSpPr>
        <p:spPr>
          <a:xfrm>
            <a:off x="602225" y="1252753"/>
            <a:ext cx="1149882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b="1" dirty="0"/>
              <a:t>Code Explanation and Implementation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b="1" dirty="0"/>
              <a:t>Frontend:</a:t>
            </a:r>
            <a:r>
              <a:rPr lang="en-US" sz="2800" dirty="0"/>
              <a:t> Focused on proper alignment and clean layout using CSS flexbox/grid.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b="1" dirty="0"/>
              <a:t>Backend Logic:</a:t>
            </a:r>
            <a:r>
              <a:rPr lang="en-US" sz="2800" dirty="0"/>
              <a:t> * Used </a:t>
            </a:r>
            <a:r>
              <a:rPr lang="en-US" sz="2800" dirty="0" err="1">
                <a:latin typeface="Courier New" panose="02070309020205020404" pitchFamily="49" charset="0"/>
              </a:rPr>
              <a:t>HttpServletRequest</a:t>
            </a:r>
            <a:r>
              <a:rPr lang="en-US" sz="2800" dirty="0"/>
              <a:t> to capture parameters.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800" dirty="0"/>
              <a:t>Implemented a try-catch block for robust error handling and database connectivity.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800" b="1" dirty="0"/>
              <a:t>Security:</a:t>
            </a:r>
            <a:r>
              <a:rPr lang="en-US" sz="2800" dirty="0"/>
              <a:t> Implemented basic validation to ensure fields are not empty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83491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36C84A-3E17-CE57-B46E-40F312FA6BB6}"/>
              </a:ext>
            </a:extLst>
          </p:cNvPr>
          <p:cNvSpPr txBox="1"/>
          <p:nvPr/>
        </p:nvSpPr>
        <p:spPr>
          <a:xfrm>
            <a:off x="1211826" y="277449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Application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74B13-31B8-7476-30AC-0DA06DE9D9EE}"/>
              </a:ext>
            </a:extLst>
          </p:cNvPr>
          <p:cNvSpPr txBox="1"/>
          <p:nvPr/>
        </p:nvSpPr>
        <p:spPr>
          <a:xfrm>
            <a:off x="1211826" y="1202475"/>
            <a:ext cx="577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1. User Interface: Login Page</a:t>
            </a:r>
            <a:endParaRPr lang="en-IN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4CA241-F959-5C92-1A08-599FD4297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64" y="2065116"/>
            <a:ext cx="8357420" cy="43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73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73B228-6F6F-AFE7-6A42-A8BCBE612B10}"/>
              </a:ext>
            </a:extLst>
          </p:cNvPr>
          <p:cNvSpPr txBox="1"/>
          <p:nvPr/>
        </p:nvSpPr>
        <p:spPr>
          <a:xfrm>
            <a:off x="1101212" y="845574"/>
            <a:ext cx="94881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Authentication Success: User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44919-8DD8-1F8C-902E-BD98BBC4D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303" y="1615015"/>
            <a:ext cx="7806813" cy="49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10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363675-D634-8898-F56B-0A64867DE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000" y="1426108"/>
            <a:ext cx="7416000" cy="5260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C62C41-C11E-CCBA-3433-C0AE9CBBD164}"/>
              </a:ext>
            </a:extLst>
          </p:cNvPr>
          <p:cNvSpPr txBox="1"/>
          <p:nvPr/>
        </p:nvSpPr>
        <p:spPr>
          <a:xfrm>
            <a:off x="589935" y="504240"/>
            <a:ext cx="110121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Redirect page after entering valid credentials :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406131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ED86B-74EE-6982-AC27-4149B02B0EEF}"/>
              </a:ext>
            </a:extLst>
          </p:cNvPr>
          <p:cNvSpPr txBox="1"/>
          <p:nvPr/>
        </p:nvSpPr>
        <p:spPr>
          <a:xfrm>
            <a:off x="1317523" y="786581"/>
            <a:ext cx="10097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Error Handling: Invalid Credentials</a:t>
            </a:r>
          </a:p>
          <a:p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B62F3A-5773-CA99-3303-D658E655F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387" y="1672126"/>
            <a:ext cx="8712000" cy="471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6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7ECD73-9B10-F0FF-0308-B769239495D8}"/>
              </a:ext>
            </a:extLst>
          </p:cNvPr>
          <p:cNvSpPr txBox="1"/>
          <p:nvPr/>
        </p:nvSpPr>
        <p:spPr>
          <a:xfrm>
            <a:off x="575188" y="1197620"/>
            <a:ext cx="11041624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6000" b="1" dirty="0"/>
              <a:t>Key Learnings &amp; Conclusion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Technical Skills:</a:t>
            </a:r>
            <a:r>
              <a:rPr lang="en-US" sz="3200" dirty="0"/>
              <a:t> Gained hands-on experience in connecting Java applications with MySQL via JDBC.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UI/UX:</a:t>
            </a:r>
            <a:r>
              <a:rPr lang="en-US" sz="3200" dirty="0"/>
              <a:t> Learned the importance of layout alignment and user feedback in web forms.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Full-Stack Workflow:</a:t>
            </a:r>
            <a:r>
              <a:rPr lang="en-US" sz="3200" dirty="0"/>
              <a:t> Developed a deeper understanding of how data flows from a browser to a server and finally to a persistent database.</a:t>
            </a:r>
          </a:p>
        </p:txBody>
      </p:sp>
    </p:spTree>
    <p:extLst>
      <p:ext uri="{BB962C8B-B14F-4D97-AF65-F5344CB8AC3E}">
        <p14:creationId xmlns:p14="http://schemas.microsoft.com/office/powerpoint/2010/main" val="3229640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49</TotalTime>
  <Words>377</Words>
  <Application>Microsoft Office PowerPoint</Application>
  <PresentationFormat>Widescreen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Google Sans Text</vt:lpstr>
      <vt:lpstr>Tw Cen MT</vt:lpstr>
      <vt:lpstr>Circuit</vt:lpstr>
      <vt:lpstr>Java Login System Development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 kanithi</dc:creator>
  <cp:lastModifiedBy>subhash kanithi</cp:lastModifiedBy>
  <cp:revision>1</cp:revision>
  <dcterms:created xsi:type="dcterms:W3CDTF">2026-03-28T13:53:38Z</dcterms:created>
  <dcterms:modified xsi:type="dcterms:W3CDTF">2026-03-28T14:43:02Z</dcterms:modified>
</cp:coreProperties>
</file>