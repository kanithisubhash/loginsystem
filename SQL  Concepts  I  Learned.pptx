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8" r:id="rId15"/>
    <p:sldId id="329" r:id="rId16"/>
    <p:sldId id="330" r:id="rId17"/>
    <p:sldId id="331" r:id="rId18"/>
    <p:sldId id="332" r:id="rId19"/>
    <p:sldId id="333" r:id="rId20"/>
    <p:sldId id="327" r:id="rId21"/>
    <p:sldId id="30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>
        <p:scale>
          <a:sx n="66" d="100"/>
          <a:sy n="66" d="100"/>
        </p:scale>
        <p:origin x="1330" y="32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b="1" dirty="0"/>
              <a:t>SQL  Concepts  I  Learned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62A031-9047-0D6D-54B6-97569756CBF8}"/>
              </a:ext>
            </a:extLst>
          </p:cNvPr>
          <p:cNvSpPr txBox="1"/>
          <p:nvPr/>
        </p:nvSpPr>
        <p:spPr>
          <a:xfrm>
            <a:off x="8917858" y="5943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K.SUBHASH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BE76F2-E580-F4A1-3244-83D1CA67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9780FA-3E58-381B-05AB-1D2EFE70118D}"/>
              </a:ext>
            </a:extLst>
          </p:cNvPr>
          <p:cNvSpPr txBox="1"/>
          <p:nvPr/>
        </p:nvSpPr>
        <p:spPr>
          <a:xfrm>
            <a:off x="0" y="150470"/>
            <a:ext cx="12192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b="1" dirty="0"/>
          </a:p>
          <a:p>
            <a:r>
              <a:rPr lang="en-US" sz="4000" b="1" dirty="0"/>
              <a:t>What is SQL?</a:t>
            </a:r>
          </a:p>
          <a:p>
            <a:r>
              <a:rPr lang="en-US" sz="4000" dirty="0"/>
              <a:t>SQL (Structured Query Language) is used to interact with databases </a:t>
            </a:r>
          </a:p>
          <a:p>
            <a:r>
              <a:rPr lang="en-US" sz="4000" dirty="0"/>
              <a:t>It helps to store, retrieve, update, and delete data </a:t>
            </a:r>
          </a:p>
          <a:p>
            <a:r>
              <a:rPr lang="en-US" sz="4000" dirty="0"/>
              <a:t>It is widely used in web applications and backend systems </a:t>
            </a:r>
          </a:p>
          <a:p>
            <a:endParaRPr lang="en-US" sz="4000" dirty="0"/>
          </a:p>
          <a:p>
            <a:endParaRPr lang="en-US" sz="4000" dirty="0"/>
          </a:p>
          <a:p>
            <a:endParaRPr lang="en-US" sz="4000" dirty="0"/>
          </a:p>
          <a:p>
            <a:r>
              <a:rPr lang="en-US" sz="4000" b="1" dirty="0"/>
              <a:t>Example:</a:t>
            </a:r>
            <a:endParaRPr lang="en-US" sz="4000" dirty="0"/>
          </a:p>
          <a:p>
            <a:r>
              <a:rPr lang="en-US" sz="4000" dirty="0"/>
              <a:t>SELECT * FROM users;</a:t>
            </a:r>
          </a:p>
        </p:txBody>
      </p:sp>
    </p:spTree>
    <p:extLst>
      <p:ext uri="{BB962C8B-B14F-4D97-AF65-F5344CB8AC3E}">
        <p14:creationId xmlns:p14="http://schemas.microsoft.com/office/powerpoint/2010/main" val="234653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FEB80-8DE2-9FCD-7FEE-2E5E5D13C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CFCF8-DBDF-D8D7-F31A-468322BF349D}"/>
              </a:ext>
            </a:extLst>
          </p:cNvPr>
          <p:cNvSpPr txBox="1"/>
          <p:nvPr/>
        </p:nvSpPr>
        <p:spPr>
          <a:xfrm>
            <a:off x="0" y="752354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Types of SQL Commands</a:t>
            </a:r>
          </a:p>
          <a:p>
            <a:endParaRPr lang="en-IN" sz="3200" b="1" dirty="0"/>
          </a:p>
          <a:p>
            <a:r>
              <a:rPr lang="en-IN" sz="3200" b="1" dirty="0"/>
              <a:t>DDL (Data Definition Language)</a:t>
            </a:r>
            <a:r>
              <a:rPr lang="en-IN" sz="3200" dirty="0"/>
              <a:t> → CREATE, ALTER, DROP </a:t>
            </a:r>
          </a:p>
          <a:p>
            <a:endParaRPr lang="en-IN" sz="3200" dirty="0"/>
          </a:p>
          <a:p>
            <a:r>
              <a:rPr lang="en-IN" sz="3200" b="1" dirty="0"/>
              <a:t>DML (Data Manipulation Language)</a:t>
            </a:r>
            <a:r>
              <a:rPr lang="en-IN" sz="3200" dirty="0"/>
              <a:t> → INSERT, UPDATE, DELETE</a:t>
            </a:r>
          </a:p>
          <a:p>
            <a:r>
              <a:rPr lang="en-IN" sz="3200" dirty="0"/>
              <a:t> </a:t>
            </a:r>
          </a:p>
          <a:p>
            <a:r>
              <a:rPr lang="en-IN" sz="3200" b="1" dirty="0"/>
              <a:t>DQL (Data Query Language)</a:t>
            </a:r>
            <a:r>
              <a:rPr lang="en-IN" sz="3200" dirty="0"/>
              <a:t> → SELECT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8111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92F5DA-5F49-1723-F28C-49C0B0709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8B693-9646-003C-E68E-9458F1F66031}"/>
              </a:ext>
            </a:extLst>
          </p:cNvPr>
          <p:cNvSpPr txBox="1"/>
          <p:nvPr/>
        </p:nvSpPr>
        <p:spPr>
          <a:xfrm>
            <a:off x="0" y="326110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Creating a Table</a:t>
            </a:r>
          </a:p>
          <a:p>
            <a:endParaRPr lang="en-US" sz="3200" b="1" dirty="0"/>
          </a:p>
          <a:p>
            <a:r>
              <a:rPr lang="en-US" sz="3200" dirty="0"/>
              <a:t>A table stores data in rows and columns </a:t>
            </a:r>
          </a:p>
          <a:p>
            <a:r>
              <a:rPr lang="en-US" sz="3200" dirty="0"/>
              <a:t>Each column has a data type 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CREATE TABLE users (</a:t>
            </a:r>
            <a:br>
              <a:rPr lang="en-US" sz="3200" dirty="0"/>
            </a:br>
            <a:r>
              <a:rPr lang="en-US" sz="3200" dirty="0"/>
              <a:t>  </a:t>
            </a:r>
            <a:r>
              <a:rPr lang="en-US" sz="3200" dirty="0" err="1"/>
              <a:t>userId</a:t>
            </a:r>
            <a:r>
              <a:rPr lang="en-US" sz="3200" dirty="0"/>
              <a:t> VARCHAR(50),</a:t>
            </a:r>
            <a:br>
              <a:rPr lang="en-US" sz="3200" dirty="0"/>
            </a:br>
            <a:r>
              <a:rPr lang="en-US" sz="3200" dirty="0"/>
              <a:t>  password VARCHAR(50)</a:t>
            </a:r>
            <a:br>
              <a:rPr lang="en-US" sz="3200" dirty="0"/>
            </a:br>
            <a:r>
              <a:rPr lang="en-US" sz="3200" dirty="0"/>
              <a:t>);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3163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D376B8-8178-AD74-992F-0965813C2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21B64-28AD-DB93-143D-3FB0EBA9080D}"/>
              </a:ext>
            </a:extLst>
          </p:cNvPr>
          <p:cNvSpPr txBox="1"/>
          <p:nvPr/>
        </p:nvSpPr>
        <p:spPr>
          <a:xfrm>
            <a:off x="0" y="474562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INSERT Command</a:t>
            </a:r>
          </a:p>
          <a:p>
            <a:endParaRPr lang="en-US" sz="3200" b="1" dirty="0"/>
          </a:p>
          <a:p>
            <a:r>
              <a:rPr lang="en-US" sz="3200" dirty="0"/>
              <a:t>Used to add new data into a table 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INSERT INTO users (</a:t>
            </a:r>
            <a:r>
              <a:rPr lang="en-US" sz="3200" dirty="0" err="1"/>
              <a:t>userId</a:t>
            </a:r>
            <a:r>
              <a:rPr lang="en-US" sz="3200" dirty="0"/>
              <a:t>, password)</a:t>
            </a:r>
            <a:br>
              <a:rPr lang="en-US" sz="3200" dirty="0"/>
            </a:br>
            <a:r>
              <a:rPr lang="en-US" sz="3200" dirty="0"/>
              <a:t>VALUES ('</a:t>
            </a:r>
            <a:r>
              <a:rPr lang="en-US" sz="3200" dirty="0" err="1"/>
              <a:t>abc</a:t>
            </a:r>
            <a:r>
              <a:rPr lang="en-US" sz="3200" dirty="0"/>
              <a:t>', '123’);</a:t>
            </a:r>
          </a:p>
          <a:p>
            <a:endParaRPr lang="en-US" sz="3200" dirty="0"/>
          </a:p>
          <a:p>
            <a:r>
              <a:rPr lang="en-US" sz="3200" dirty="0"/>
              <a:t>This is used in signup functionality 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25849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E66AE2-E3FB-D5D1-1DF7-83CDD531A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E0FE1-7D00-109B-E8FE-889980119921}"/>
              </a:ext>
            </a:extLst>
          </p:cNvPr>
          <p:cNvSpPr txBox="1"/>
          <p:nvPr/>
        </p:nvSpPr>
        <p:spPr>
          <a:xfrm>
            <a:off x="0" y="17362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SELECT Command</a:t>
            </a:r>
          </a:p>
          <a:p>
            <a:endParaRPr lang="en-US" sz="3200" b="1" dirty="0"/>
          </a:p>
          <a:p>
            <a:r>
              <a:rPr lang="en-US" sz="3200" dirty="0"/>
              <a:t>Used to retrieve data from a table 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b="1" dirty="0"/>
              <a:t>Example:</a:t>
            </a:r>
          </a:p>
          <a:p>
            <a:endParaRPr lang="en-US" sz="3200" dirty="0"/>
          </a:p>
          <a:p>
            <a:r>
              <a:rPr lang="en-US" sz="3200" dirty="0"/>
              <a:t>SELECT * FROM users</a:t>
            </a:r>
            <a:br>
              <a:rPr lang="en-US" sz="3200" dirty="0"/>
            </a:br>
            <a:r>
              <a:rPr lang="en-US" sz="3200" dirty="0"/>
              <a:t>WHERE </a:t>
            </a:r>
            <a:r>
              <a:rPr lang="en-US" sz="3200" dirty="0" err="1"/>
              <a:t>userId</a:t>
            </a:r>
            <a:r>
              <a:rPr lang="en-US" sz="3200" dirty="0"/>
              <a:t> = '</a:t>
            </a:r>
            <a:r>
              <a:rPr lang="en-US" sz="3200" dirty="0" err="1"/>
              <a:t>abc</a:t>
            </a:r>
            <a:r>
              <a:rPr lang="en-US" sz="3200" dirty="0"/>
              <a:t>' AND password = '123';</a:t>
            </a:r>
          </a:p>
          <a:p>
            <a:r>
              <a:rPr lang="en-US" sz="3200" dirty="0"/>
              <a:t>This is used in login verification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0216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A82140-0454-BD1D-45C9-0E18412E9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3487D-6D6B-BF53-7A44-9D04B033C8BF}"/>
              </a:ext>
            </a:extLst>
          </p:cNvPr>
          <p:cNvSpPr txBox="1"/>
          <p:nvPr/>
        </p:nvSpPr>
        <p:spPr>
          <a:xfrm>
            <a:off x="0" y="868101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WHERE Clause</a:t>
            </a:r>
          </a:p>
          <a:p>
            <a:endParaRPr lang="en-US" sz="3200" b="1" dirty="0"/>
          </a:p>
          <a:p>
            <a:r>
              <a:rPr lang="en-US" sz="3200" dirty="0"/>
              <a:t>Used to filter specific records </a:t>
            </a:r>
          </a:p>
          <a:p>
            <a:endParaRPr lang="en-US" sz="3200" dirty="0"/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SELECT * FROM users WHERE </a:t>
            </a:r>
            <a:r>
              <a:rPr lang="en-US" sz="3200" dirty="0" err="1"/>
              <a:t>userId</a:t>
            </a:r>
            <a:r>
              <a:rPr lang="en-US" sz="3200" dirty="0"/>
              <a:t> = '</a:t>
            </a:r>
            <a:r>
              <a:rPr lang="en-US" sz="3200" dirty="0" err="1"/>
              <a:t>abc</a:t>
            </a:r>
            <a:r>
              <a:rPr lang="en-US" sz="3200" dirty="0"/>
              <a:t>';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10362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D9B132-D1A7-14B1-0525-433D125D1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1DA23-B1C2-C570-B6E6-380D77E2EF26}"/>
              </a:ext>
            </a:extLst>
          </p:cNvPr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UPDATE Command</a:t>
            </a:r>
          </a:p>
          <a:p>
            <a:endParaRPr lang="en-US" sz="3200" b="1" dirty="0"/>
          </a:p>
          <a:p>
            <a:r>
              <a:rPr lang="en-US" sz="3200" dirty="0"/>
              <a:t>Used to modify existing data</a:t>
            </a:r>
          </a:p>
          <a:p>
            <a:endParaRPr lang="en-US" sz="3200" dirty="0"/>
          </a:p>
          <a:p>
            <a:r>
              <a:rPr lang="en-US" sz="3200" dirty="0"/>
              <a:t> </a:t>
            </a:r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/>
              <a:t>UPDATE users</a:t>
            </a:r>
            <a:br>
              <a:rPr lang="en-US" sz="3200" dirty="0"/>
            </a:br>
            <a:r>
              <a:rPr lang="en-US" sz="3200" dirty="0"/>
              <a:t>SET password = 'new123'</a:t>
            </a:r>
            <a:br>
              <a:rPr lang="en-US" sz="3200" dirty="0"/>
            </a:br>
            <a:r>
              <a:rPr lang="en-US" sz="3200" dirty="0"/>
              <a:t>WHERE </a:t>
            </a:r>
            <a:r>
              <a:rPr lang="en-US" sz="3200" dirty="0" err="1"/>
              <a:t>userId</a:t>
            </a:r>
            <a:r>
              <a:rPr lang="en-US" sz="3200" dirty="0"/>
              <a:t> = '</a:t>
            </a:r>
            <a:r>
              <a:rPr lang="en-US" sz="3200" dirty="0" err="1"/>
              <a:t>abc</a:t>
            </a:r>
            <a:r>
              <a:rPr lang="en-US" sz="3200" dirty="0"/>
              <a:t>';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6160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C50DFF-0A35-2DA2-10C7-4E386D824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BF3DB-006F-A0C2-CB39-D79007FEF586}"/>
              </a:ext>
            </a:extLst>
          </p:cNvPr>
          <p:cNvSpPr txBox="1"/>
          <p:nvPr/>
        </p:nvSpPr>
        <p:spPr>
          <a:xfrm>
            <a:off x="0" y="920621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DELETE Command</a:t>
            </a:r>
          </a:p>
          <a:p>
            <a:endParaRPr lang="en-US" sz="3200" b="1" dirty="0"/>
          </a:p>
          <a:p>
            <a:r>
              <a:rPr lang="en-US" sz="3200" dirty="0"/>
              <a:t>Used to remove data from a table</a:t>
            </a:r>
          </a:p>
          <a:p>
            <a:endParaRPr lang="en-US" sz="3200" dirty="0"/>
          </a:p>
          <a:p>
            <a:r>
              <a:rPr lang="en-US" sz="3200" dirty="0"/>
              <a:t> </a:t>
            </a:r>
          </a:p>
          <a:p>
            <a:r>
              <a:rPr lang="en-US" sz="3200" b="1" dirty="0"/>
              <a:t>Example:</a:t>
            </a:r>
          </a:p>
          <a:p>
            <a:endParaRPr lang="en-US" sz="3200" dirty="0"/>
          </a:p>
          <a:p>
            <a:r>
              <a:rPr lang="en-US" sz="3200" dirty="0"/>
              <a:t>DELETE FROM users</a:t>
            </a:r>
            <a:br>
              <a:rPr lang="en-US" sz="3200" dirty="0"/>
            </a:br>
            <a:r>
              <a:rPr lang="en-US" sz="3200" dirty="0"/>
              <a:t>WHERE </a:t>
            </a:r>
            <a:r>
              <a:rPr lang="en-US" sz="3200" dirty="0" err="1"/>
              <a:t>userId</a:t>
            </a:r>
            <a:r>
              <a:rPr lang="en-US" sz="3200" dirty="0"/>
              <a:t> = '</a:t>
            </a:r>
            <a:r>
              <a:rPr lang="en-US" sz="3200" dirty="0" err="1"/>
              <a:t>abc</a:t>
            </a:r>
            <a:r>
              <a:rPr lang="en-US" sz="3200" dirty="0"/>
              <a:t>';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24955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CC73FE-F482-A7A8-6FAA-AE8BBA2D7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8F39D1-CE87-E03C-A35D-12EAFE2D23FC}"/>
              </a:ext>
            </a:extLst>
          </p:cNvPr>
          <p:cNvSpPr txBox="1"/>
          <p:nvPr/>
        </p:nvSpPr>
        <p:spPr>
          <a:xfrm>
            <a:off x="92598" y="1166842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Primary Key</a:t>
            </a:r>
          </a:p>
          <a:p>
            <a:endParaRPr lang="en-US" sz="3200" b="1" dirty="0"/>
          </a:p>
          <a:p>
            <a:r>
              <a:rPr lang="en-US" sz="3200" dirty="0"/>
              <a:t>A primary key uniquely identifies each record </a:t>
            </a:r>
          </a:p>
          <a:p>
            <a:r>
              <a:rPr lang="en-US" sz="3200" dirty="0"/>
              <a:t>It cannot have duplicate or NULL values 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b="1" dirty="0"/>
              <a:t>Example:</a:t>
            </a:r>
            <a:endParaRPr lang="en-US" sz="3200" dirty="0"/>
          </a:p>
          <a:p>
            <a:r>
              <a:rPr lang="en-US" sz="3200" dirty="0" err="1"/>
              <a:t>userId</a:t>
            </a:r>
            <a:r>
              <a:rPr lang="en-US" sz="3200" dirty="0"/>
              <a:t> PRIMARY KEY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45998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F9078F-92A6-7F27-0D9C-2D960E49EF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50D02-961E-7C82-1644-262E34DC2186}"/>
              </a:ext>
            </a:extLst>
          </p:cNvPr>
          <p:cNvSpPr txBox="1"/>
          <p:nvPr/>
        </p:nvSpPr>
        <p:spPr>
          <a:xfrm>
            <a:off x="-44370" y="1659285"/>
            <a:ext cx="1228073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/>
          </a:p>
          <a:p>
            <a:r>
              <a:rPr lang="en-US" sz="3200" b="1" dirty="0"/>
              <a:t>Database Tables Used</a:t>
            </a:r>
          </a:p>
          <a:p>
            <a:endParaRPr lang="en-US" sz="3200" b="1" dirty="0"/>
          </a:p>
          <a:p>
            <a:r>
              <a:rPr lang="en-US" sz="3200" dirty="0"/>
              <a:t>I created two tables in MySQL: </a:t>
            </a:r>
          </a:p>
          <a:p>
            <a:pPr lvl="1"/>
            <a:r>
              <a:rPr lang="en-US" sz="3200" b="1" dirty="0"/>
              <a:t>users</a:t>
            </a:r>
            <a:r>
              <a:rPr lang="en-US" sz="3200" dirty="0"/>
              <a:t> → stores user details </a:t>
            </a:r>
          </a:p>
          <a:p>
            <a:pPr lvl="1"/>
            <a:r>
              <a:rPr lang="en-US" sz="3200" b="1" dirty="0" err="1"/>
              <a:t>login_logs</a:t>
            </a:r>
            <a:r>
              <a:rPr lang="en-US" sz="3200" dirty="0"/>
              <a:t> → stores login activity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16621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F41E0-9FBF-CEB6-843B-03DEA6EA9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4C95E-C125-2419-CADC-80DCF10B74EA}"/>
              </a:ext>
            </a:extLst>
          </p:cNvPr>
          <p:cNvSpPr txBox="1"/>
          <p:nvPr/>
        </p:nvSpPr>
        <p:spPr>
          <a:xfrm>
            <a:off x="0" y="594350"/>
            <a:ext cx="121920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Users Table Structure</a:t>
            </a:r>
          </a:p>
          <a:p>
            <a:r>
              <a:rPr lang="en-IN" sz="2800" b="1" dirty="0"/>
              <a:t>Table Name: users</a:t>
            </a:r>
            <a:endParaRPr lang="en-IN" sz="2800" dirty="0"/>
          </a:p>
          <a:p>
            <a:r>
              <a:rPr lang="en-IN" sz="2800" dirty="0"/>
              <a:t>CREATE TABLE users (</a:t>
            </a:r>
            <a:br>
              <a:rPr lang="en-IN" sz="2800" dirty="0"/>
            </a:br>
            <a:r>
              <a:rPr lang="en-IN" sz="2800" dirty="0"/>
              <a:t>  id INT AUTO_INCREMENT PRIMARY KEY,</a:t>
            </a:r>
            <a:br>
              <a:rPr lang="en-IN" sz="2800" dirty="0"/>
            </a:br>
            <a:r>
              <a:rPr lang="en-IN" sz="2800" dirty="0"/>
              <a:t>  </a:t>
            </a:r>
            <a:r>
              <a:rPr lang="en-IN" sz="2800" dirty="0" err="1"/>
              <a:t>userId</a:t>
            </a:r>
            <a:r>
              <a:rPr lang="en-IN" sz="2800" dirty="0"/>
              <a:t> VARCHAR(100),</a:t>
            </a:r>
            <a:br>
              <a:rPr lang="en-IN" sz="2800" dirty="0"/>
            </a:br>
            <a:r>
              <a:rPr lang="en-IN" sz="2800" dirty="0"/>
              <a:t>  password VARCHAR(100),</a:t>
            </a:r>
            <a:br>
              <a:rPr lang="en-IN" sz="2800" dirty="0"/>
            </a:br>
            <a:r>
              <a:rPr lang="en-IN" sz="2800" dirty="0"/>
              <a:t>  </a:t>
            </a:r>
            <a:r>
              <a:rPr lang="en-IN" sz="2800" dirty="0" err="1"/>
              <a:t>created_at</a:t>
            </a:r>
            <a:r>
              <a:rPr lang="en-IN" sz="2800" dirty="0"/>
              <a:t> TIMESTAMP</a:t>
            </a:r>
            <a:br>
              <a:rPr lang="en-IN" sz="2800" dirty="0"/>
            </a:br>
            <a:r>
              <a:rPr lang="en-IN" sz="2800" dirty="0"/>
              <a:t>);</a:t>
            </a:r>
          </a:p>
          <a:p>
            <a:endParaRPr lang="en-IN" sz="2800" dirty="0"/>
          </a:p>
          <a:p>
            <a:r>
              <a:rPr lang="en-IN" sz="2800" dirty="0"/>
              <a:t>id → unique identifier for each user </a:t>
            </a:r>
          </a:p>
          <a:p>
            <a:r>
              <a:rPr lang="en-IN" sz="2800" dirty="0" err="1"/>
              <a:t>userId</a:t>
            </a:r>
            <a:r>
              <a:rPr lang="en-IN" sz="2800" dirty="0"/>
              <a:t> → stores email or username </a:t>
            </a:r>
          </a:p>
          <a:p>
            <a:r>
              <a:rPr lang="en-IN" sz="2800" dirty="0"/>
              <a:t>password → stores user password </a:t>
            </a:r>
          </a:p>
          <a:p>
            <a:r>
              <a:rPr lang="en-IN" sz="2800" dirty="0" err="1"/>
              <a:t>created_at</a:t>
            </a:r>
            <a:r>
              <a:rPr lang="en-IN" sz="2800" dirty="0"/>
              <a:t> → stores account creation time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5548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17D827-DD20-B675-088C-9B2D78C26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508D9D-A3EB-8E80-A617-44AADBC4BFC4}"/>
              </a:ext>
            </a:extLst>
          </p:cNvPr>
          <p:cNvSpPr txBox="1"/>
          <p:nvPr/>
        </p:nvSpPr>
        <p:spPr>
          <a:xfrm>
            <a:off x="0" y="42817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Login Logs Table</a:t>
            </a:r>
          </a:p>
          <a:p>
            <a:r>
              <a:rPr lang="en-IN" sz="3200" b="1" dirty="0"/>
              <a:t>Table Name: </a:t>
            </a:r>
            <a:r>
              <a:rPr lang="en-IN" sz="3200" b="1" dirty="0" err="1"/>
              <a:t>login_logs</a:t>
            </a:r>
            <a:endParaRPr lang="en-IN" sz="3200" dirty="0"/>
          </a:p>
          <a:p>
            <a:r>
              <a:rPr lang="en-IN" sz="3200" dirty="0"/>
              <a:t>CREATE TABLE </a:t>
            </a:r>
            <a:r>
              <a:rPr lang="en-IN" sz="3200" dirty="0" err="1"/>
              <a:t>login_logs</a:t>
            </a:r>
            <a:r>
              <a:rPr lang="en-IN" sz="3200" dirty="0"/>
              <a:t> (</a:t>
            </a:r>
            <a:br>
              <a:rPr lang="en-IN" sz="3200" dirty="0"/>
            </a:br>
            <a:r>
              <a:rPr lang="en-IN" sz="3200" dirty="0"/>
              <a:t>  </a:t>
            </a:r>
            <a:r>
              <a:rPr lang="en-IN" sz="3200" dirty="0" err="1"/>
              <a:t>log_id</a:t>
            </a:r>
            <a:r>
              <a:rPr lang="en-IN" sz="3200" dirty="0"/>
              <a:t> INT AUTO_INCREMENT PRIMARY KEY,</a:t>
            </a:r>
            <a:br>
              <a:rPr lang="en-IN" sz="3200" dirty="0"/>
            </a:br>
            <a:r>
              <a:rPr lang="en-IN" sz="3200" dirty="0"/>
              <a:t>  </a:t>
            </a:r>
            <a:r>
              <a:rPr lang="en-IN" sz="3200" dirty="0" err="1"/>
              <a:t>userId</a:t>
            </a:r>
            <a:r>
              <a:rPr lang="en-IN" sz="3200" dirty="0"/>
              <a:t> VARCHAR(100),</a:t>
            </a:r>
            <a:br>
              <a:rPr lang="en-IN" sz="3200" dirty="0"/>
            </a:br>
            <a:r>
              <a:rPr lang="en-IN" sz="3200" dirty="0"/>
              <a:t>  </a:t>
            </a:r>
            <a:r>
              <a:rPr lang="en-IN" sz="3200" dirty="0" err="1"/>
              <a:t>login_time</a:t>
            </a:r>
            <a:r>
              <a:rPr lang="en-IN" sz="3200" dirty="0"/>
              <a:t> TIMESTAMP</a:t>
            </a:r>
            <a:br>
              <a:rPr lang="en-IN" sz="3200" dirty="0"/>
            </a:br>
            <a:r>
              <a:rPr lang="en-IN" sz="3200" dirty="0"/>
              <a:t>);</a:t>
            </a:r>
          </a:p>
          <a:p>
            <a:endParaRPr lang="en-IN" sz="3200" dirty="0"/>
          </a:p>
          <a:p>
            <a:r>
              <a:rPr lang="en-IN" sz="3200" dirty="0" err="1"/>
              <a:t>log_id</a:t>
            </a:r>
            <a:r>
              <a:rPr lang="en-IN" sz="3200" dirty="0"/>
              <a:t> → unique log entry </a:t>
            </a:r>
          </a:p>
          <a:p>
            <a:r>
              <a:rPr lang="en-IN" sz="3200" dirty="0" err="1"/>
              <a:t>userId</a:t>
            </a:r>
            <a:r>
              <a:rPr lang="en-IN" sz="3200" dirty="0"/>
              <a:t> → which user logged in </a:t>
            </a:r>
          </a:p>
          <a:p>
            <a:r>
              <a:rPr lang="en-IN" sz="3200" dirty="0" err="1"/>
              <a:t>login_time</a:t>
            </a:r>
            <a:r>
              <a:rPr lang="en-IN" sz="3200" dirty="0"/>
              <a:t> → time of login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29358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ECB1AF-2915-88A4-78EC-D3CF80B48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585A36-60B8-7157-1BF9-AC5B95DF66E1}"/>
              </a:ext>
            </a:extLst>
          </p:cNvPr>
          <p:cNvSpPr txBox="1"/>
          <p:nvPr/>
        </p:nvSpPr>
        <p:spPr>
          <a:xfrm>
            <a:off x="0" y="1166842"/>
            <a:ext cx="120152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Signup (INSERT Query)</a:t>
            </a:r>
          </a:p>
          <a:p>
            <a:endParaRPr lang="en-US" sz="3200" b="1" dirty="0"/>
          </a:p>
          <a:p>
            <a:r>
              <a:rPr lang="en-US" sz="3200" dirty="0"/>
              <a:t>Used when user registers </a:t>
            </a:r>
          </a:p>
          <a:p>
            <a:r>
              <a:rPr lang="en-US" sz="3200" dirty="0"/>
              <a:t>INSERT INTO users (</a:t>
            </a:r>
            <a:r>
              <a:rPr lang="en-US" sz="3200" dirty="0" err="1"/>
              <a:t>userId</a:t>
            </a:r>
            <a:r>
              <a:rPr lang="en-US" sz="3200" dirty="0"/>
              <a:t>, password)</a:t>
            </a:r>
            <a:br>
              <a:rPr lang="en-US" sz="3200" dirty="0"/>
            </a:br>
            <a:r>
              <a:rPr lang="en-US" sz="3200" dirty="0"/>
              <a:t>VALUES ('</a:t>
            </a:r>
            <a:r>
              <a:rPr lang="en-US" sz="3200" dirty="0" err="1"/>
              <a:t>abc</a:t>
            </a:r>
            <a:r>
              <a:rPr lang="en-US" sz="3200" dirty="0"/>
              <a:t>', '123’);</a:t>
            </a:r>
          </a:p>
          <a:p>
            <a:endParaRPr lang="en-US" sz="3200" dirty="0"/>
          </a:p>
          <a:p>
            <a:r>
              <a:rPr lang="en-US" sz="3200" dirty="0"/>
              <a:t>Adds new user to database </a:t>
            </a:r>
          </a:p>
          <a:p>
            <a:r>
              <a:rPr lang="en-US" sz="3200" dirty="0" err="1"/>
              <a:t>created_at</a:t>
            </a:r>
            <a:r>
              <a:rPr lang="en-US" sz="3200" dirty="0"/>
              <a:t> is automatically set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50305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3B1DEE-A7D6-5E20-BDAA-1B80B4214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CE80D-4EF1-6202-2190-BFF19B23124C}"/>
              </a:ext>
            </a:extLst>
          </p:cNvPr>
          <p:cNvSpPr txBox="1"/>
          <p:nvPr/>
        </p:nvSpPr>
        <p:spPr>
          <a:xfrm>
            <a:off x="0" y="1413063"/>
            <a:ext cx="120152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Login Verification (SELECT Query)</a:t>
            </a:r>
          </a:p>
          <a:p>
            <a:endParaRPr lang="en-US" sz="3200" b="1" dirty="0"/>
          </a:p>
          <a:p>
            <a:r>
              <a:rPr lang="en-US" sz="3200" dirty="0"/>
              <a:t>SELECT * FROM users</a:t>
            </a:r>
            <a:br>
              <a:rPr lang="en-US" sz="3200" dirty="0"/>
            </a:br>
            <a:r>
              <a:rPr lang="en-US" sz="3200" dirty="0"/>
              <a:t>WHERE </a:t>
            </a:r>
            <a:r>
              <a:rPr lang="en-US" sz="3200" dirty="0" err="1"/>
              <a:t>userId</a:t>
            </a:r>
            <a:r>
              <a:rPr lang="en-US" sz="3200" dirty="0"/>
              <a:t> = '</a:t>
            </a:r>
            <a:r>
              <a:rPr lang="en-US" sz="3200" dirty="0" err="1"/>
              <a:t>abc</a:t>
            </a:r>
            <a:r>
              <a:rPr lang="en-US" sz="3200" dirty="0"/>
              <a:t>' AND password = '123’;</a:t>
            </a:r>
          </a:p>
          <a:p>
            <a:endParaRPr lang="en-US" sz="3200" dirty="0"/>
          </a:p>
          <a:p>
            <a:r>
              <a:rPr lang="en-US" sz="3200" dirty="0"/>
              <a:t>Checks if user exists </a:t>
            </a:r>
          </a:p>
          <a:p>
            <a:r>
              <a:rPr lang="en-US" sz="3200" dirty="0"/>
              <a:t>Used in login functionality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0091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C88C3-8639-3BFA-2179-5F8DBCC74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FFAAC-2A54-38C7-F890-80E29D3FB294}"/>
              </a:ext>
            </a:extLst>
          </p:cNvPr>
          <p:cNvSpPr txBox="1"/>
          <p:nvPr/>
        </p:nvSpPr>
        <p:spPr>
          <a:xfrm>
            <a:off x="0" y="431523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b="1" dirty="0"/>
          </a:p>
          <a:p>
            <a:r>
              <a:rPr lang="en-IN" sz="3200" b="1" dirty="0"/>
              <a:t>How My System Works</a:t>
            </a:r>
          </a:p>
          <a:p>
            <a:endParaRPr lang="en-IN" sz="3200" b="1" dirty="0"/>
          </a:p>
          <a:p>
            <a:r>
              <a:rPr lang="en-IN" sz="3200" dirty="0"/>
              <a:t>User enters login details </a:t>
            </a:r>
          </a:p>
          <a:p>
            <a:r>
              <a:rPr lang="en-IN" sz="3200" dirty="0"/>
              <a:t>Data is sent to servlet </a:t>
            </a:r>
          </a:p>
          <a:p>
            <a:r>
              <a:rPr lang="en-IN" sz="3200" dirty="0"/>
              <a:t>Servlet checks database using SELECT </a:t>
            </a:r>
          </a:p>
          <a:p>
            <a:r>
              <a:rPr lang="en-IN" sz="3200" dirty="0"/>
              <a:t>If valid → login success </a:t>
            </a:r>
          </a:p>
          <a:p>
            <a:r>
              <a:rPr lang="en-IN" sz="3200" dirty="0"/>
              <a:t>Login time is stored in </a:t>
            </a:r>
            <a:r>
              <a:rPr lang="en-IN" sz="3200" dirty="0" err="1"/>
              <a:t>login_logs</a:t>
            </a:r>
            <a:r>
              <a:rPr lang="en-IN" sz="3200" dirty="0"/>
              <a:t> </a:t>
            </a:r>
          </a:p>
          <a:p>
            <a:r>
              <a:rPr lang="en-IN" sz="3200" dirty="0"/>
              <a:t>If invalid → error message shown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56347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CF85D-BC79-22A7-9E4E-334F76D51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DA102-DD8C-26C9-872E-E8CC8BA82BC5}"/>
              </a:ext>
            </a:extLst>
          </p:cNvPr>
          <p:cNvSpPr txBox="1"/>
          <p:nvPr/>
        </p:nvSpPr>
        <p:spPr>
          <a:xfrm>
            <a:off x="0" y="1413063"/>
            <a:ext cx="121920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/>
          </a:p>
          <a:p>
            <a:r>
              <a:rPr lang="en-US" sz="3200" b="1" dirty="0"/>
              <a:t>What I Learned</a:t>
            </a:r>
          </a:p>
          <a:p>
            <a:endParaRPr lang="en-US" sz="3200" b="1" dirty="0"/>
          </a:p>
          <a:p>
            <a:r>
              <a:rPr lang="en-US" sz="3200" dirty="0"/>
              <a:t>Basics of SQL queries (CRUD operations) </a:t>
            </a:r>
          </a:p>
          <a:p>
            <a:r>
              <a:rPr lang="en-US" sz="3200" dirty="0"/>
              <a:t>How to connect SQL with Java </a:t>
            </a:r>
          </a:p>
          <a:p>
            <a:r>
              <a:rPr lang="en-US" sz="3200" dirty="0"/>
              <a:t>Importance of database in applications </a:t>
            </a:r>
          </a:p>
          <a:p>
            <a:r>
              <a:rPr lang="en-US" sz="3200" dirty="0"/>
              <a:t>How login systems work using SQL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698238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{C9B9EAB8-2823-412E-AC57-97A2D88E10A0}TF1ed9553b-00c4-4092-846a-c8f7f2908f3beecd942f_win32-8e33096c3cfc</Template>
  <TotalTime>30</TotalTime>
  <Words>581</Words>
  <Application>Microsoft Office PowerPoint</Application>
  <PresentationFormat>Widescreen</PresentationFormat>
  <Paragraphs>143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Courier New</vt:lpstr>
      <vt:lpstr>Gill Sans Nova Light</vt:lpstr>
      <vt:lpstr>Sagona Book</vt:lpstr>
      <vt:lpstr>Custom</vt:lpstr>
      <vt:lpstr>SQL  Concepts  I  Learned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 kanithi</dc:creator>
  <cp:lastModifiedBy>subhash kanithi</cp:lastModifiedBy>
  <cp:revision>1</cp:revision>
  <dcterms:created xsi:type="dcterms:W3CDTF">2026-04-08T16:57:01Z</dcterms:created>
  <dcterms:modified xsi:type="dcterms:W3CDTF">2026-04-08T17:27:57Z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